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50" y="1460450"/>
            <a:ext cx="1015901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68359" y="1816001"/>
            <a:ext cx="540728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Skill 验证演示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941682" y="2711351"/>
            <a:ext cx="52604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html2pptx 工作流快速生成 PowerPoint 幻灯片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46025" y="3482876"/>
            <a:ext cx="24519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PPTX Skill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505051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168575"/>
            <a:ext cx="284982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50" y="2774900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workflow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62251" y="963662"/>
            <a:ext cx="48190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 Skill 支持以下能力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62251" y="1544687"/>
            <a:ext cx="4724549" cy="26350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转 PPTX：</a:t>
            </a:r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HTML + CSS 精确定位生成幻灯片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图表支持：</a:t>
            </a:r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PptxGenJS 嵌入柱状图、折线图、饼图等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模板复用：</a:t>
            </a:r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基于现有 PPTX 模板进行内容替换与重排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缩略图预览：</a:t>
            </a:r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自动生成缩略图用于视觉校验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文本提取：</a:t>
            </a:r>
            <a:pPr algn="l" indent="0" marL="0">
              <a:lnSpc>
                <a:spcPts val="225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支持从 PPTX 中提取和编辑文本内容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000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555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8349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Skill 功能验证通过项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781026"/>
            <a:ext cx="2506117" cy="298147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781026"/>
            <a:ext cx="0" cy="2981474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051" y="2034927"/>
            <a:ext cx="19605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38051" y="2644527"/>
            <a:ext cx="19605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快速创建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051" y="3031778"/>
            <a:ext cx="1960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HTML 模板，从零生成结构完整的 PPTX 文件，无需打开 PowerPoint。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8867" y="1781026"/>
            <a:ext cx="2506266" cy="298147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56967" y="1781026"/>
            <a:ext cx="0" cy="2981474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968" y="2034927"/>
            <a:ext cx="196070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48968" y="2644527"/>
            <a:ext cx="19607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精确定位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968" y="3031778"/>
            <a:ext cx="1960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Flexbox 布局自动转换为 PowerPoint 绝对定位，支持复杂排版。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9933" y="1781026"/>
            <a:ext cx="2506117" cy="298147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68033" y="1781026"/>
            <a:ext cx="0" cy="2981474"/>
          </a:xfrm>
          <a:prstGeom prst="line">
            <a:avLst/>
          </a:prstGeom>
          <a:noFill/>
          <a:ln w="76200">
            <a:solidFill>
              <a:srgbClr val="5EA8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034" y="2034927"/>
            <a:ext cx="19605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60034" y="2644527"/>
            <a:ext cx="19605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即插即用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0034" y="3031778"/>
            <a:ext cx="19605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生成后可直接用 PowerPoint、Keynote 或 LibreOffice 打开编辑。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Skill 验证演示</dc:title>
  <dc:subject>PptxGenJS Presentation</dc:subject>
  <dc:creator>Claude Code</dc:creator>
  <cp:lastModifiedBy>Claude Code</cp:lastModifiedBy>
  <cp:revision>1</cp:revision>
  <dcterms:created xsi:type="dcterms:W3CDTF">2026-05-05T07:01:00Z</dcterms:created>
  <dcterms:modified xsi:type="dcterms:W3CDTF">2026-05-05T07:01:00Z</dcterms:modified>
</cp:coreProperties>
</file>